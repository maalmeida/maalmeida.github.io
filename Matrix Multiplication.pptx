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DBB"/>
    <a:srgbClr val="712A7B"/>
    <a:srgbClr val="1A8648"/>
    <a:srgbClr val="378C46"/>
    <a:srgbClr val="4E8F00"/>
    <a:srgbClr val="941651"/>
    <a:srgbClr val="C00000"/>
    <a:srgbClr val="D6E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9"/>
    <p:restoredTop sz="94656"/>
  </p:normalViewPr>
  <p:slideViewPr>
    <p:cSldViewPr snapToGrid="0" snapToObjects="1">
      <p:cViewPr>
        <p:scale>
          <a:sx n="105" d="100"/>
          <a:sy n="105" d="100"/>
        </p:scale>
        <p:origin x="3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7F9C3-BA0E-B849-8174-BD15B0B4AABB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BE08A-A0ED-AA43-86A9-D14513153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57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C138E-55BD-6A40-953F-E77E784AE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D4963-BFCE-8B47-85E5-29D565005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D5FE4-3BE8-B64D-9940-60AB6E9B6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8879C-7774-8D4A-9B30-5F81FC0E2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3065A-5590-2148-B300-6660D153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19E6-A5F7-D74A-BB2E-8B4C4BAD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365126"/>
            <a:ext cx="11543818" cy="6650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F3FE7-241A-544B-A312-8CEEEC34E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134319"/>
            <a:ext cx="11543818" cy="5042644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1C10A-DF45-FC4E-9F37-E754FC128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BAFF9-DC13-9747-9CFD-226B4BB1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0F6C5-83B0-F14F-86DC-C5138774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99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19E6-A5F7-D74A-BB2E-8B4C4BAD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365126"/>
            <a:ext cx="11543818" cy="6650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1C10A-DF45-FC4E-9F37-E754FC128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BAFF9-DC13-9747-9CFD-226B4BB1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0F6C5-83B0-F14F-86DC-C5138774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0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19E6-A5F7-D74A-BB2E-8B4C4BAD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94585"/>
            <a:ext cx="12191999" cy="376838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787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094E620-1296-B10D-AF1B-EA6B971868BF}"/>
              </a:ext>
            </a:extLst>
          </p:cNvPr>
          <p:cNvSpPr/>
          <p:nvPr userDrawn="1"/>
        </p:nvSpPr>
        <p:spPr>
          <a:xfrm>
            <a:off x="11705772" y="6371772"/>
            <a:ext cx="457200" cy="457200"/>
          </a:xfrm>
          <a:prstGeom prst="roundRect">
            <a:avLst/>
          </a:prstGeom>
          <a:solidFill>
            <a:srgbClr val="9416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66751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094E620-1296-B10D-AF1B-EA6B971868BF}"/>
              </a:ext>
            </a:extLst>
          </p:cNvPr>
          <p:cNvSpPr/>
          <p:nvPr userDrawn="1"/>
        </p:nvSpPr>
        <p:spPr>
          <a:xfrm>
            <a:off x="11705772" y="6371772"/>
            <a:ext cx="457200" cy="457200"/>
          </a:xfrm>
          <a:prstGeom prst="roundRect">
            <a:avLst/>
          </a:prstGeom>
          <a:solidFill>
            <a:srgbClr val="9416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95572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19E6-A5F7-D74A-BB2E-8B4C4BAD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" y="0"/>
            <a:ext cx="12188952" cy="32004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E35920-F9E7-5A68-05DC-01214F052DBC}"/>
              </a:ext>
            </a:extLst>
          </p:cNvPr>
          <p:cNvSpPr/>
          <p:nvPr userDrawn="1"/>
        </p:nvSpPr>
        <p:spPr>
          <a:xfrm>
            <a:off x="2513351" y="912020"/>
            <a:ext cx="7165299" cy="2432433"/>
          </a:xfrm>
          <a:prstGeom prst="roundRect">
            <a:avLst/>
          </a:prstGeom>
          <a:noFill/>
          <a:ln w="38100">
            <a:solidFill>
              <a:srgbClr val="94165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B5515-E457-0B3C-C53D-7D479EBE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015" y="578565"/>
            <a:ext cx="5559972" cy="666911"/>
          </a:xfrm>
          <a:prstGeom prst="roundRect">
            <a:avLst/>
          </a:prstGeom>
          <a:solidFill>
            <a:srgbClr val="94165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93156-2742-FF84-3AAB-FDF3F719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73EE1-1BA7-5282-99EA-87ECA9E1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EA029-70E7-8AF6-8B79-42D8416B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95DC57-EEB9-4781-E1E7-36858463BF31}"/>
              </a:ext>
            </a:extLst>
          </p:cNvPr>
          <p:cNvSpPr txBox="1"/>
          <p:nvPr userDrawn="1"/>
        </p:nvSpPr>
        <p:spPr>
          <a:xfrm>
            <a:off x="13952483" y="-378372"/>
            <a:ext cx="204383" cy="414819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9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AFBFF-3AC4-D44E-926F-2E24A380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8A611-CD1B-2B4B-957B-2367E424E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86DF0-48B3-4140-9E5D-953BE066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9220-5DA8-C649-8A89-BEE729F1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963-D551-8B4E-ACA1-27CFF811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2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1E88-FFE5-814B-8DFB-F1B9EC9BA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DD311-F4AD-6447-8D02-D6C5D5B91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C1B5D-8FEA-FF40-B568-53C90E8AC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F6A1D-5A67-E14D-BC3E-B62D24FA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84DFD-F903-8747-BF5F-6E7D8DDA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152E6-7E7E-6948-9A8C-36F820E3F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0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BDE3-45DE-F346-836D-A7EE6A65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A938F-B06E-8340-8AFD-17ACB7514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7EFFC-3B7D-ED47-BE0B-EBF964126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8FC71-5822-2C4D-84FF-E4740BD2D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97500-8E80-904F-B1D5-5CC55E571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E0F31B-A8ED-1C49-92EC-6011F201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193C-30FC-0D45-8510-1A357863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120E7-619E-7F48-B014-A2FAC886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6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DC7B-779B-B742-A1ED-3330330A2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49B62-A524-CD4E-A3FB-467DB97B0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DC06C5-F6C4-404D-800D-41A3AB8B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2D326-46E2-B74D-8FD4-4DCE7872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5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45B37B-B459-A940-A062-C1BB4B67C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8EF31-5EAC-BC40-8CBD-95D749CA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557C2-2D04-D742-97E7-9B217CB9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2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F087-54E3-9546-A07F-191CA18D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2FB47-5184-664A-9D20-15FB247C5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F9DC74-4EB2-3542-AF9B-255486C16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FA69F-65D8-D949-8E30-24E2394DE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7EA35-4FD8-754A-A8F6-D442DF9F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1BA86-CDD0-5547-B89D-95CA7DEAD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46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5828-20CB-684D-9D10-535B3D7FF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F669A-F70C-8C43-9271-EC9536BB0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12521-ACC5-8E4F-AB3F-68FE86EEC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2F443-0E5B-474B-9F4B-0D1C3412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9C39E-AAC2-B54E-8969-6A1BA77C1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EAAA2-C9DD-9749-BB21-8CB8D588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51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BBD2-93E4-6847-A4A6-E017E9117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7F0BA-4382-554A-B5F7-9516655A1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B324D-7954-874D-96A5-BEA903D93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25144-66DA-7B43-BBB0-AE5B5059A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E6315-8A45-5F40-9C42-E5134A173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44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186F4-344F-264F-9F82-8E4B01AC8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A9C2A-A86E-6846-808A-DD82F331A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46334-9327-2549-83A4-AB49845A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37A90-68CF-D948-A910-ECEDCB6DF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35F41-D125-A840-84A6-3BA060F4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19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D3B8B2-EFF5-934E-B0DA-651FD8F2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712A7B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EB24B-E4F2-2744-A2D8-F27F5D5BF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7FF72-1A3A-4746-B9B7-6E665B81E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63EF9-BEFE-C542-A8AC-899FE307017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D4C1E-C41F-2B49-A307-81BE403A4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E937-33C3-4646-A821-B666059FB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02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7" r:id="rId4"/>
    <p:sldLayoutId id="2147483663" r:id="rId5"/>
    <p:sldLayoutId id="2147483666" r:id="rId6"/>
    <p:sldLayoutId id="2147483665" r:id="rId7"/>
    <p:sldLayoutId id="2147483668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2682546-4B27-4304-CD52-360E96E18A98}"/>
              </a:ext>
            </a:extLst>
          </p:cNvPr>
          <p:cNvSpPr/>
          <p:nvPr/>
        </p:nvSpPr>
        <p:spPr>
          <a:xfrm rot="5400000">
            <a:off x="4441368" y="-4100286"/>
            <a:ext cx="1146629" cy="10029374"/>
          </a:xfrm>
          <a:prstGeom prst="round2SameRect">
            <a:avLst>
              <a:gd name="adj1" fmla="val 25528"/>
              <a:gd name="adj2" fmla="val 0"/>
            </a:avLst>
          </a:prstGeom>
          <a:solidFill>
            <a:srgbClr val="712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6000" dirty="0"/>
          </a:p>
        </p:txBody>
      </p:sp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8554B9B2-552B-73AE-317A-9960B37E9543}"/>
              </a:ext>
            </a:extLst>
          </p:cNvPr>
          <p:cNvSpPr/>
          <p:nvPr/>
        </p:nvSpPr>
        <p:spPr>
          <a:xfrm rot="16200000" flipH="1">
            <a:off x="10531930" y="5041903"/>
            <a:ext cx="446313" cy="2873827"/>
          </a:xfrm>
          <a:prstGeom prst="round2SameRect">
            <a:avLst>
              <a:gd name="adj1" fmla="val 25528"/>
              <a:gd name="adj2" fmla="val 0"/>
            </a:avLst>
          </a:prstGeom>
          <a:solidFill>
            <a:srgbClr val="712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400" dirty="0">
                <a:latin typeface="Futura Medium" panose="020B0602020204020303" pitchFamily="34" charset="-79"/>
                <a:ea typeface="Jost Medium" pitchFamily="2" charset="77"/>
                <a:cs typeface="Futura Medium" panose="020B0602020204020303" pitchFamily="34" charset="-79"/>
              </a:rPr>
              <a:t>Advanced Topics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8304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24FB95-F473-0FE4-C64B-0A91A8CE2CAA}"/>
              </a:ext>
            </a:extLst>
          </p:cNvPr>
          <p:cNvSpPr/>
          <p:nvPr/>
        </p:nvSpPr>
        <p:spPr>
          <a:xfrm>
            <a:off x="1335111" y="616352"/>
            <a:ext cx="1327127" cy="282498"/>
          </a:xfrm>
          <a:prstGeom prst="roundRect">
            <a:avLst>
              <a:gd name="adj" fmla="val 36615"/>
            </a:avLst>
          </a:prstGeom>
          <a:solidFill>
            <a:srgbClr val="F0BD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B23ECEB-2AFF-67E5-1930-719DB64F3F58}"/>
              </a:ext>
            </a:extLst>
          </p:cNvPr>
          <p:cNvSpPr/>
          <p:nvPr/>
        </p:nvSpPr>
        <p:spPr>
          <a:xfrm>
            <a:off x="3976688" y="423744"/>
            <a:ext cx="439399" cy="1062155"/>
          </a:xfrm>
          <a:prstGeom prst="roundRect">
            <a:avLst>
              <a:gd name="adj" fmla="val 2056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1E5399-5401-F0C7-2D72-8B497EF6B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73" y="416404"/>
            <a:ext cx="4864100" cy="1104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1FDF15-51D5-5C16-5EEB-26042C2B8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46" y="2073402"/>
            <a:ext cx="6210300" cy="2222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B6278C-A35E-1E12-5355-459D13BE4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750" y="3054350"/>
            <a:ext cx="27305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6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A4E79-B23F-4EDB-E55E-8DE55AC7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1210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defRPr dirty="0" err="1" smtClean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dvanced Topics" id="{E19E7042-3EB4-3040-A534-AA72205FEE0B}" vid="{B7977705-549B-2548-91BF-01679381E1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</TotalTime>
  <Words>2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Futura Medium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Almeida</dc:creator>
  <cp:lastModifiedBy>Marco Almeida</cp:lastModifiedBy>
  <cp:revision>2</cp:revision>
  <dcterms:created xsi:type="dcterms:W3CDTF">2026-02-04T01:20:10Z</dcterms:created>
  <dcterms:modified xsi:type="dcterms:W3CDTF">2026-02-04T05:12:02Z</dcterms:modified>
</cp:coreProperties>
</file>