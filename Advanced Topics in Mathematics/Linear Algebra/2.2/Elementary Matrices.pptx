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1" r:id="rId5"/>
    <p:sldId id="260" r:id="rId6"/>
    <p:sldId id="262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2A7B"/>
    <a:srgbClr val="1A8648"/>
    <a:srgbClr val="378C46"/>
    <a:srgbClr val="4E8F00"/>
    <a:srgbClr val="F0BDBB"/>
    <a:srgbClr val="941651"/>
    <a:srgbClr val="C00000"/>
    <a:srgbClr val="D6E8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77"/>
    <p:restoredTop sz="94733"/>
  </p:normalViewPr>
  <p:slideViewPr>
    <p:cSldViewPr snapToGrid="0" snapToObjects="1">
      <p:cViewPr varScale="1">
        <p:scale>
          <a:sx n="89" d="100"/>
          <a:sy n="89" d="100"/>
        </p:scale>
        <p:origin x="83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7F9C3-BA0E-B849-8174-BD15B0B4AABB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BE08A-A0ED-AA43-86A9-D14513153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57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C138E-55BD-6A40-953F-E77E784AE1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9D4963-BFCE-8B47-85E5-29D565005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D5FE4-3BE8-B64D-9940-60AB6E9B6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8879C-7774-8D4A-9B30-5F81FC0E2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3065A-5590-2148-B300-6660D153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09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19E6-A5F7-D74A-BB2E-8B4C4BAD2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91" y="365126"/>
            <a:ext cx="11543818" cy="6650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F3FE7-241A-544B-A312-8CEEEC34E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134319"/>
            <a:ext cx="11543818" cy="5042644"/>
          </a:xfr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1C10A-DF45-FC4E-9F37-E754FC128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BAFF9-DC13-9747-9CFD-226B4BB1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0F6C5-83B0-F14F-86DC-C5138774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999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19E6-A5F7-D74A-BB2E-8B4C4BAD2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91" y="365126"/>
            <a:ext cx="11543818" cy="6650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1C10A-DF45-FC4E-9F37-E754FC128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BAFF9-DC13-9747-9CFD-226B4BB1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0F6C5-83B0-F14F-86DC-C5138774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03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19E6-A5F7-D74A-BB2E-8B4C4BAD2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494585"/>
            <a:ext cx="12191999" cy="376838"/>
          </a:xfrm>
        </p:spPr>
        <p:txBody>
          <a:bodyPr>
            <a:normAutofit/>
          </a:bodyPr>
          <a:lstStyle>
            <a:lvl1pPr algn="r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787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094E620-1296-B10D-AF1B-EA6B971868BF}"/>
              </a:ext>
            </a:extLst>
          </p:cNvPr>
          <p:cNvSpPr/>
          <p:nvPr userDrawn="1"/>
        </p:nvSpPr>
        <p:spPr>
          <a:xfrm>
            <a:off x="11705772" y="6371772"/>
            <a:ext cx="457200" cy="457200"/>
          </a:xfrm>
          <a:prstGeom prst="roundRect">
            <a:avLst/>
          </a:prstGeom>
          <a:solidFill>
            <a:srgbClr val="9416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66751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sw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094E620-1296-B10D-AF1B-EA6B971868BF}"/>
              </a:ext>
            </a:extLst>
          </p:cNvPr>
          <p:cNvSpPr/>
          <p:nvPr userDrawn="1"/>
        </p:nvSpPr>
        <p:spPr>
          <a:xfrm>
            <a:off x="11705772" y="6371772"/>
            <a:ext cx="457200" cy="457200"/>
          </a:xfrm>
          <a:prstGeom prst="roundRect">
            <a:avLst/>
          </a:prstGeom>
          <a:solidFill>
            <a:srgbClr val="9416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955726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19E6-A5F7-D74A-BB2E-8B4C4BAD2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" y="0"/>
            <a:ext cx="12188952" cy="32004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28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in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3E35920-F9E7-5A68-05DC-01214F052DBC}"/>
              </a:ext>
            </a:extLst>
          </p:cNvPr>
          <p:cNvSpPr/>
          <p:nvPr userDrawn="1"/>
        </p:nvSpPr>
        <p:spPr>
          <a:xfrm>
            <a:off x="2513351" y="912020"/>
            <a:ext cx="7165299" cy="2432433"/>
          </a:xfrm>
          <a:prstGeom prst="roundRect">
            <a:avLst/>
          </a:prstGeom>
          <a:noFill/>
          <a:ln w="38100">
            <a:solidFill>
              <a:srgbClr val="94165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4B5515-E457-0B3C-C53D-7D479EBE7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015" y="578565"/>
            <a:ext cx="5559972" cy="666911"/>
          </a:xfrm>
          <a:prstGeom prst="roundRect">
            <a:avLst/>
          </a:prstGeom>
          <a:solidFill>
            <a:srgbClr val="94165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B93156-2742-FF84-3AAB-FDF3F7193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273EE1-1BA7-5282-99EA-87ECA9E1E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BEA029-70E7-8AF6-8B79-42D8416B0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95DC57-EEB9-4781-E1E7-36858463BF31}"/>
              </a:ext>
            </a:extLst>
          </p:cNvPr>
          <p:cNvSpPr txBox="1"/>
          <p:nvPr userDrawn="1"/>
        </p:nvSpPr>
        <p:spPr>
          <a:xfrm>
            <a:off x="13952483" y="-378372"/>
            <a:ext cx="204383" cy="414819"/>
          </a:xfrm>
          <a:prstGeom prst="round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endParaRPr lang="en-US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294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AFBFF-3AC4-D44E-926F-2E24A3802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8A611-CD1B-2B4B-957B-2367E424E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86DF0-48B3-4140-9E5D-953BE066C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59220-5DA8-C649-8A89-BEE729F15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963-D551-8B4E-ACA1-27CFF8117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22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1E88-FFE5-814B-8DFB-F1B9EC9BA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DD311-F4AD-6447-8D02-D6C5D5B915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EC1B5D-8FEA-FF40-B568-53C90E8AC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F6A1D-5A67-E14D-BC3E-B62D24FAF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84DFD-F903-8747-BF5F-6E7D8DDA0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152E6-7E7E-6948-9A8C-36F820E3F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308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4BDE3-45DE-F346-836D-A7EE6A657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A938F-B06E-8340-8AFD-17ACB7514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C7EFFC-3B7D-ED47-BE0B-EBF964126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58FC71-5822-2C4D-84FF-E4740BD2D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597500-8E80-904F-B1D5-5CC55E571A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E0F31B-A8ED-1C49-92EC-6011F2016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4193C-30FC-0D45-8510-1A3578630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3120E7-619E-7F48-B014-A2FAC8864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69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DC7B-779B-B742-A1ED-3330330A2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649B62-A524-CD4E-A3FB-467DB97B0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DC06C5-F6C4-404D-800D-41A3AB8B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2D326-46E2-B74D-8FD4-4DCE7872B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850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45B37B-B459-A940-A062-C1BB4B67C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38EF31-5EAC-BC40-8CBD-95D749CAB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557C2-2D04-D742-97E7-9B217CB99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323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F087-54E3-9546-A07F-191CA18D9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2FB47-5184-664A-9D20-15FB247C5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F9DC74-4EB2-3542-AF9B-255486C16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FA69F-65D8-D949-8E30-24E2394DE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7EA35-4FD8-754A-A8F6-D442DF9F8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1BA86-CDD0-5547-B89D-95CA7DEAD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46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05828-20CB-684D-9D10-535B3D7FF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FF669A-F70C-8C43-9271-EC9536BB04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712521-ACC5-8E4F-AB3F-68FE86EEC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2F443-0E5B-474B-9F4B-0D1C3412A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9C39E-AAC2-B54E-8969-6A1BA77C1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EAAA2-C9DD-9749-BB21-8CB8D5884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551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4BBD2-93E4-6847-A4A6-E017E9117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C7F0BA-4382-554A-B5F7-9516655A1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B324D-7954-874D-96A5-BEA903D93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25144-66DA-7B43-BBB0-AE5B5059A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E6315-8A45-5F40-9C42-E5134A173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449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6186F4-344F-264F-9F82-8E4B01AC82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1A9C2A-A86E-6846-808A-DD82F331A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46334-9327-2549-83A4-AB49845AF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3EF9-BEFE-C542-A8AC-899FE3070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37A90-68CF-D948-A910-ECEDCB6DF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35F41-D125-A840-84A6-3BA060F40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219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D3B8B2-EFF5-934E-B0DA-651FD8F2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rgbClr val="712A7B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EB24B-E4F2-2744-A2D8-F27F5D5BF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7FF72-1A3A-4746-B9B7-6E665B81E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63EF9-BEFE-C542-A8AC-899FE3070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D4C1E-C41F-2B49-A307-81BE403A4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E937-33C3-4646-A821-B666059FB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7C4DF-73DF-B948-9921-C20FE8088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002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7" r:id="rId4"/>
    <p:sldLayoutId id="2147483663" r:id="rId5"/>
    <p:sldLayoutId id="2147483666" r:id="rId6"/>
    <p:sldLayoutId id="2147483665" r:id="rId7"/>
    <p:sldLayoutId id="2147483668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2682546-4B27-4304-CD52-360E96E18A98}"/>
              </a:ext>
            </a:extLst>
          </p:cNvPr>
          <p:cNvSpPr/>
          <p:nvPr/>
        </p:nvSpPr>
        <p:spPr>
          <a:xfrm rot="5400000">
            <a:off x="4441368" y="-4100286"/>
            <a:ext cx="1146629" cy="10029374"/>
          </a:xfrm>
          <a:prstGeom prst="round2SameRect">
            <a:avLst>
              <a:gd name="adj1" fmla="val 25528"/>
              <a:gd name="adj2" fmla="val 0"/>
            </a:avLst>
          </a:prstGeom>
          <a:solidFill>
            <a:srgbClr val="712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6000" dirty="0"/>
              <a:t>Elementary Matrices</a:t>
            </a:r>
          </a:p>
        </p:txBody>
      </p:sp>
      <p:sp>
        <p:nvSpPr>
          <p:cNvPr id="7" name="Round Same Side Corner Rectangle 6">
            <a:extLst>
              <a:ext uri="{FF2B5EF4-FFF2-40B4-BE49-F238E27FC236}">
                <a16:creationId xmlns:a16="http://schemas.microsoft.com/office/drawing/2014/main" id="{8554B9B2-552B-73AE-317A-9960B37E9543}"/>
              </a:ext>
            </a:extLst>
          </p:cNvPr>
          <p:cNvSpPr/>
          <p:nvPr/>
        </p:nvSpPr>
        <p:spPr>
          <a:xfrm rot="16200000" flipH="1">
            <a:off x="10531930" y="5041903"/>
            <a:ext cx="446313" cy="2873827"/>
          </a:xfrm>
          <a:prstGeom prst="round2SameRect">
            <a:avLst>
              <a:gd name="adj1" fmla="val 25528"/>
              <a:gd name="adj2" fmla="val 0"/>
            </a:avLst>
          </a:prstGeom>
          <a:solidFill>
            <a:srgbClr val="712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2400" dirty="0">
                <a:latin typeface="Futura Medium" panose="020B0602020204020303" pitchFamily="34" charset="-79"/>
                <a:ea typeface="Jost Medium" pitchFamily="2" charset="77"/>
                <a:cs typeface="Futura Medium" panose="020B0602020204020303" pitchFamily="34" charset="-79"/>
              </a:rPr>
              <a:t>Advanced Topics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E76ED8-2038-F408-46E3-25CBBB297CA2}"/>
              </a:ext>
            </a:extLst>
          </p:cNvPr>
          <p:cNvSpPr txBox="1"/>
          <p:nvPr/>
        </p:nvSpPr>
        <p:spPr>
          <a:xfrm>
            <a:off x="7286625" y="1487716"/>
            <a:ext cx="1249060" cy="395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(from §2.2)</a:t>
            </a:r>
          </a:p>
        </p:txBody>
      </p:sp>
    </p:spTree>
    <p:extLst>
      <p:ext uri="{BB962C8B-B14F-4D97-AF65-F5344CB8AC3E}">
        <p14:creationId xmlns:p14="http://schemas.microsoft.com/office/powerpoint/2010/main" val="1158304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AFDD16-89D5-F912-76B5-ADFB86D06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24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970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F5FD3D-D7CB-C9BB-CC0B-E46027743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24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43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76A28F1-30EB-5F57-61D7-D1ECF45DC88E}"/>
                  </a:ext>
                </a:extLst>
              </p:cNvPr>
              <p:cNvSpPr txBox="1"/>
              <p:nvPr/>
            </p:nvSpPr>
            <p:spPr>
              <a:xfrm>
                <a:off x="128071" y="212272"/>
                <a:ext cx="6550315" cy="5350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Let’s examine what’s going on. In general, the </a:t>
                </a:r>
                <a:r>
                  <a:rPr lang="en-US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-th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element of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given by</a:t>
                </a:r>
              </a:p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𝐵𝐴</m:t>
                              </m:r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Considering the first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row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𝐵𝐴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</a:t>
                </a: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𝐵𝐴</m:t>
                              </m:r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00350" indent="-2800350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13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00350" indent="-2800350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00350" indent="-2800350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76A28F1-30EB-5F57-61D7-D1ECF45DC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71" y="212272"/>
                <a:ext cx="6550315" cy="5350632"/>
              </a:xfrm>
              <a:prstGeom prst="rect">
                <a:avLst/>
              </a:prstGeom>
              <a:blipFill>
                <a:blip r:embed="rId2"/>
                <a:stretch>
                  <a:fillRect l="-1547" t="-1182" b="-61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7CB3653-CB2A-C782-12B6-AAA4CB3890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179"/>
          <a:stretch>
            <a:fillRect/>
          </a:stretch>
        </p:blipFill>
        <p:spPr>
          <a:xfrm>
            <a:off x="7772068" y="0"/>
            <a:ext cx="2269672" cy="42420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B8ED74-E3F7-9050-A7FD-E8AEB2B2DC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679"/>
          <a:stretch>
            <a:fillRect/>
          </a:stretch>
        </p:blipFill>
        <p:spPr>
          <a:xfrm>
            <a:off x="10041740" y="0"/>
            <a:ext cx="2041071" cy="4242062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9ED544A-7571-9DA0-9F55-12C6357EA1AA}"/>
              </a:ext>
            </a:extLst>
          </p:cNvPr>
          <p:cNvSpPr/>
          <p:nvPr/>
        </p:nvSpPr>
        <p:spPr>
          <a:xfrm>
            <a:off x="8473191" y="128670"/>
            <a:ext cx="1285406" cy="696903"/>
          </a:xfrm>
          <a:prstGeom prst="round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A11410A-CD92-8E6E-645E-5BB69E8C440A}"/>
              </a:ext>
            </a:extLst>
          </p:cNvPr>
          <p:cNvSpPr/>
          <p:nvPr/>
        </p:nvSpPr>
        <p:spPr>
          <a:xfrm>
            <a:off x="10763533" y="3011112"/>
            <a:ext cx="1108677" cy="387908"/>
          </a:xfrm>
          <a:prstGeom prst="round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450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E49903-8F13-70D8-78B4-C190059043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6230"/>
          <a:stretch>
            <a:fillRect/>
          </a:stretch>
        </p:blipFill>
        <p:spPr>
          <a:xfrm>
            <a:off x="8018933" y="0"/>
            <a:ext cx="2173573" cy="42420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5F7A28-32D7-5954-1423-34F2EF16B8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147"/>
          <a:stretch>
            <a:fillRect/>
          </a:stretch>
        </p:blipFill>
        <p:spPr>
          <a:xfrm>
            <a:off x="10192506" y="0"/>
            <a:ext cx="1723869" cy="42420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29DAC8-1E11-7CD6-F331-6BBC83A7454E}"/>
                  </a:ext>
                </a:extLst>
              </p:cNvPr>
              <p:cNvSpPr txBox="1"/>
              <p:nvPr/>
            </p:nvSpPr>
            <p:spPr>
              <a:xfrm>
                <a:off x="196344" y="32991"/>
                <a:ext cx="6098720" cy="940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Considering the first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row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𝐵𝐴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</a:t>
                </a:r>
              </a:p>
              <a:p>
                <a:pPr>
                  <a:lnSpc>
                    <a:spcPct val="12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29DAC8-1E11-7CD6-F331-6BBC83A74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344" y="32991"/>
                <a:ext cx="6098720" cy="940066"/>
              </a:xfrm>
              <a:prstGeom prst="rect">
                <a:avLst/>
              </a:prstGeom>
              <a:blipFill>
                <a:blip r:embed="rId3"/>
                <a:stretch>
                  <a:fillRect l="-1455" t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9762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6A3DE-54E8-5EE5-DEA2-48D04086A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53124E-D388-041E-E02C-CE4027D5F4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6230"/>
          <a:stretch>
            <a:fillRect/>
          </a:stretch>
        </p:blipFill>
        <p:spPr>
          <a:xfrm>
            <a:off x="8018933" y="0"/>
            <a:ext cx="2173573" cy="42420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101A5A-CC67-469B-D3F0-95576D88CD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147"/>
          <a:stretch>
            <a:fillRect/>
          </a:stretch>
        </p:blipFill>
        <p:spPr>
          <a:xfrm>
            <a:off x="10192506" y="0"/>
            <a:ext cx="1723869" cy="42420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9DF491-0BB3-E204-8557-BA6358AF5CC0}"/>
                  </a:ext>
                </a:extLst>
              </p:cNvPr>
              <p:cNvSpPr txBox="1"/>
              <p:nvPr/>
            </p:nvSpPr>
            <p:spPr>
              <a:xfrm>
                <a:off x="196344" y="32991"/>
                <a:ext cx="6098720" cy="4176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Considering the first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row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𝐵𝐴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</a:t>
                </a: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𝐵𝐴</m:t>
                              </m:r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00350" indent="-2800350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13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00350" indent="-2800350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00350" indent="-2800350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9DF491-0BB3-E204-8557-BA6358AF5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344" y="32991"/>
                <a:ext cx="6098720" cy="4176080"/>
              </a:xfrm>
              <a:prstGeom prst="rect">
                <a:avLst/>
              </a:prstGeom>
              <a:blipFill>
                <a:blip r:embed="rId3"/>
                <a:stretch>
                  <a:fillRect l="-1455" t="-12121" b="-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8379CAB-5858-F670-CFFF-7A296B90F1F7}"/>
              </a:ext>
            </a:extLst>
          </p:cNvPr>
          <p:cNvSpPr/>
          <p:nvPr/>
        </p:nvSpPr>
        <p:spPr>
          <a:xfrm>
            <a:off x="8765872" y="183995"/>
            <a:ext cx="1236772" cy="314962"/>
          </a:xfrm>
          <a:prstGeom prst="roundRect">
            <a:avLst/>
          </a:prstGeom>
          <a:solidFill>
            <a:srgbClr val="C000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C79283D-1B19-FB9D-EA88-A5A7C84569CE}"/>
              </a:ext>
            </a:extLst>
          </p:cNvPr>
          <p:cNvSpPr/>
          <p:nvPr/>
        </p:nvSpPr>
        <p:spPr>
          <a:xfrm>
            <a:off x="8765872" y="537522"/>
            <a:ext cx="1236772" cy="240214"/>
          </a:xfrm>
          <a:prstGeom prst="round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EF44B938-6FD3-7496-3710-92287A02DBE7}"/>
              </a:ext>
            </a:extLst>
          </p:cNvPr>
          <p:cNvSpPr/>
          <p:nvPr/>
        </p:nvSpPr>
        <p:spPr>
          <a:xfrm>
            <a:off x="9170894" y="3200400"/>
            <a:ext cx="1272988" cy="1075765"/>
          </a:xfrm>
          <a:custGeom>
            <a:avLst/>
            <a:gdLst>
              <a:gd name="csX0" fmla="*/ 0 w 1272988"/>
              <a:gd name="csY0" fmla="*/ 1075765 h 1075765"/>
              <a:gd name="csX1" fmla="*/ 618565 w 1272988"/>
              <a:gd name="csY1" fmla="*/ 1075765 h 1075765"/>
              <a:gd name="csX2" fmla="*/ 618565 w 1272988"/>
              <a:gd name="csY2" fmla="*/ 0 h 1075765"/>
              <a:gd name="csX3" fmla="*/ 708212 w 1272988"/>
              <a:gd name="csY3" fmla="*/ 0 h 1075765"/>
              <a:gd name="csX4" fmla="*/ 1272988 w 1272988"/>
              <a:gd name="csY4" fmla="*/ 0 h 10757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72988" h="1075765">
                <a:moveTo>
                  <a:pt x="0" y="1075765"/>
                </a:moveTo>
                <a:lnTo>
                  <a:pt x="618565" y="1075765"/>
                </a:lnTo>
                <a:lnTo>
                  <a:pt x="618565" y="0"/>
                </a:lnTo>
                <a:lnTo>
                  <a:pt x="708212" y="0"/>
                </a:lnTo>
                <a:lnTo>
                  <a:pt x="1272988" y="0"/>
                </a:lnTo>
              </a:path>
            </a:pathLst>
          </a:custGeom>
          <a:noFill/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8504A65-E8E1-496F-B10F-20E30B1BA9D1}"/>
              </a:ext>
            </a:extLst>
          </p:cNvPr>
          <p:cNvSpPr/>
          <p:nvPr/>
        </p:nvSpPr>
        <p:spPr>
          <a:xfrm>
            <a:off x="10601687" y="3080293"/>
            <a:ext cx="1181477" cy="240214"/>
          </a:xfrm>
          <a:prstGeom prst="roundRect">
            <a:avLst/>
          </a:prstGeom>
          <a:solidFill>
            <a:srgbClr val="7030A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44A82BF-0D40-D159-355B-D40B5267493E}"/>
              </a:ext>
            </a:extLst>
          </p:cNvPr>
          <p:cNvGrpSpPr/>
          <p:nvPr/>
        </p:nvGrpSpPr>
        <p:grpSpPr>
          <a:xfrm>
            <a:off x="6836777" y="4063799"/>
            <a:ext cx="2211407" cy="424732"/>
            <a:chOff x="6959487" y="4179585"/>
            <a:chExt cx="2211407" cy="424732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369B4B04-510B-C266-4332-7C53AACAAFCB}"/>
                </a:ext>
              </a:extLst>
            </p:cNvPr>
            <p:cNvSpPr/>
            <p:nvPr/>
          </p:nvSpPr>
          <p:spPr>
            <a:xfrm>
              <a:off x="6959487" y="4209071"/>
              <a:ext cx="365760" cy="365760"/>
            </a:xfrm>
            <a:prstGeom prst="roundRect">
              <a:avLst/>
            </a:prstGeom>
            <a:solidFill>
              <a:srgbClr val="7030A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22ADFAC-DCBB-64C8-A97F-922C72A7BBC9}"/>
                    </a:ext>
                  </a:extLst>
                </p:cNvPr>
                <p:cNvSpPr txBox="1"/>
                <p:nvPr/>
              </p:nvSpPr>
              <p:spPr>
                <a:xfrm>
                  <a:off x="7269513" y="4179585"/>
                  <a:ext cx="415498" cy="4247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≡</m:t>
                        </m:r>
                      </m:oMath>
                    </m:oMathPara>
                  </a14:m>
                  <a:endPara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22ADFAC-DCBB-64C8-A97F-922C72A7BB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9513" y="4179585"/>
                  <a:ext cx="415498" cy="4247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5A3D0D26-AEE5-AFCD-8E91-F442CB6B5B9B}"/>
                </a:ext>
              </a:extLst>
            </p:cNvPr>
            <p:cNvSpPr/>
            <p:nvPr/>
          </p:nvSpPr>
          <p:spPr>
            <a:xfrm>
              <a:off x="7903177" y="4209071"/>
              <a:ext cx="365760" cy="365760"/>
            </a:xfrm>
            <a:prstGeom prst="roundRect">
              <a:avLst/>
            </a:prstGeom>
            <a:solidFill>
              <a:srgbClr val="C0000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228E30A6-DD2B-7252-A6A2-44665F2A5DA6}"/>
                </a:ext>
              </a:extLst>
            </p:cNvPr>
            <p:cNvSpPr/>
            <p:nvPr/>
          </p:nvSpPr>
          <p:spPr>
            <a:xfrm>
              <a:off x="8805134" y="4209071"/>
              <a:ext cx="365760" cy="365760"/>
            </a:xfrm>
            <a:prstGeom prst="roundRect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506AFF1-974A-2462-E257-1C304E924E00}"/>
                    </a:ext>
                  </a:extLst>
                </p:cNvPr>
                <p:cNvSpPr txBox="1"/>
                <p:nvPr/>
              </p:nvSpPr>
              <p:spPr>
                <a:xfrm>
                  <a:off x="7517316" y="4179585"/>
                  <a:ext cx="1367682" cy="4247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1⋅       + 2⋅</m:t>
                        </m:r>
                      </m:oMath>
                    </m:oMathPara>
                  </a14:m>
                  <a:endPara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506AFF1-974A-2462-E257-1C304E924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7316" y="4179585"/>
                  <a:ext cx="1367682" cy="424732"/>
                </a:xfrm>
                <a:prstGeom prst="rect">
                  <a:avLst/>
                </a:prstGeom>
                <a:blipFill>
                  <a:blip r:embed="rId5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5343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A4E79-B23F-4EDB-E55E-8DE55AC7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12102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lnSpc>
            <a:spcPct val="120000"/>
          </a:lnSpc>
          <a:defRPr dirty="0" err="1" smtClean="0"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dvanced Topics" id="{E19E7042-3EB4-3040-A534-AA72205FEE0B}" vid="{B7977705-549B-2548-91BF-01679381E1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2115</TotalTime>
  <Words>109</Words>
  <Application>Microsoft Macintosh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Futura Medium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Almeida</dc:creator>
  <cp:lastModifiedBy>Marco Almeida</cp:lastModifiedBy>
  <cp:revision>6</cp:revision>
  <dcterms:created xsi:type="dcterms:W3CDTF">2026-02-06T11:26:35Z</dcterms:created>
  <dcterms:modified xsi:type="dcterms:W3CDTF">2026-02-08T01:22:55Z</dcterms:modified>
</cp:coreProperties>
</file>